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指标引擎（五种口径）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答：前五名商品集中度高达 0.8979、前三品牌份额为 1.0，头部几乎垄断可见份额，不建议正面硬拼……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11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这条审计链让「数据哪来的」永远有答案。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63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+ 10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产品界面实拍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真实运行截屏 · AI 选品参谋（能力栈 + 建议报告）/ BYOK 接入面板 / AI 接入入口</a:t>
            </a:r>
          </a:p>
        </p:txBody>
      </p:sp>
      <p:pic>
        <p:nvPicPr>
          <p:cNvPr id="4" name="Picture 3" descr="ai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6217920" cy="3431507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5" name="Picture 4" descr="ai-by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417320"/>
            <a:ext cx="2743200" cy="3123248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6" name="Picture 5" descr="ai-men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4663440"/>
            <a:ext cx="2743200" cy="1156648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>
                <a:solidFill>
                  <a:srgbClr val="16233D"/>
                </a:solidFill>
                <a:latin typeface="微软雅黑" a:ea="微软雅黑"/>
              </a:rPr>
              <a:t>① 输入商品名 → 意图解析 → 指标罗列 → 带证据链的建议动作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>
                <a:solidFill>
                  <a:srgbClr val="16233D"/>
                </a:solidFill>
                <a:latin typeface="微软雅黑" a:ea="微软雅黑"/>
              </a:rPr>
              <a:t>② 右上：填入自己的 API Key 即可接入，协议可选 OpenAI / Anthropic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16233D"/>
                </a:solidFill>
                <a:latin typeface="微软雅黑" a:ea="微软雅黑"/>
              </a:rPr>
              <a:t>③ 右下：顶栏 AI 徽章下拉进入配置，支持连接测试与密钥掩码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