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 · 数据分析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通用大模型：直接生成结论，因此会编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商情罗盘：结论必须能回指标层重算复现，编不出来就整体降级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指标引擎（五种口径）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AI 追问：模型作答，数字必须能溯源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追问是模板原理上做不到的事 —— 让模型答，但每个数字事后都要回指标层核对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1. 用户追问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「5 万预算适合做这个类目吗？」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2. 取指标快照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复用行情分析已算好的指标，模型只见数字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3. 模型作答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只组织语言，禁止引入新数字、禁止预测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59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59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4. 逐数字回查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抽出回答中所有数字，回指标层比对（容差 2%）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063240"/>
            <a:ext cx="68580" cy="265176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F8F80"/>
                </a:solidFill>
                <a:latin typeface="微软雅黑" a:ea="微软雅黑"/>
              </a:rPr>
              <a:t>实测 · 正常路径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问：我只有 5 万预算，适合做这个类目吗？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答：前五名商品集中度高达 0.8979、前三品牌份额为 1.0，头部几乎垄断可见份额，不建议正面硬拼……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0F8F80"/>
                </a:solidFill>
                <a:latin typeface="微软雅黑" a:ea="微软雅黑"/>
              </a:rPr>
              <a:t>✅ 校验：回答中 11 个数字全部可溯源（citations）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063240"/>
            <a:ext cx="68580" cy="26517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06608"/>
                </a:solidFill>
                <a:latin typeface="微软雅黑" a:ea="微软雅黑"/>
              </a:rPr>
              <a:t>实测 · 故意让模型自由估算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把提示词换成「可以基于常识推断」后，模型回答：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「CR5 达 89.8%、品牌 CR3 为 100%，月销约 2.5 万件，建议首期备货预算 15-25 万元。」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06608"/>
                </a:solidFill>
                <a:latin typeface="微软雅黑" a:ea="微软雅黑"/>
              </a:rPr>
              <a:t>❌ 校验：2.5 / 15 / 25 在指标层找不到出处，当场标红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779008"/>
            <a:ext cx="1088136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F6FEB"/>
                </a:solidFill>
                <a:latin typeface="微软雅黑" a:ea="微软雅黑"/>
              </a:rPr>
              <a:t>★ 我们不要求模型不撒谎，我们要求它撒的谎能被抓住 —— 这一题现场可以演示。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条目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这条审计链让「数据哪来的」永远有答案。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63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35 端到端 + 18 适配器 + 10 AI 溯源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 · MIT 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产品界面实拍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真实运行截屏，未经修饰 · 顶栏可见 AI 模式与数据窗口；第 1 张含演示数据（全量视角），第 2、3 张为苏宁真实数据</a:t>
            </a:r>
          </a:p>
        </p:txBody>
      </p:sp>
      <p:pic>
        <p:nvPicPr>
          <p:cNvPr id="4" name="Picture 3" descr="屏幕截图 2026-10-18 033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5257800" cy="2912937"/>
          </a:xfrm>
          <a:prstGeom prst="rect">
            <a:avLst/>
          </a:prstGeom>
          <a:ln w="9525">
            <a:solidFill>
              <a:srgbClr val="D8E0EE"/>
            </a:solidFill>
          </a:ln>
        </p:spPr>
      </p:pic>
      <p:pic>
        <p:nvPicPr>
          <p:cNvPr id="5" name="Picture 4" descr="屏幕截图 2026-10-18 0335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17320"/>
            <a:ext cx="5257800" cy="2899568"/>
          </a:xfrm>
          <a:prstGeom prst="rect">
            <a:avLst/>
          </a:prstGeom>
          <a:ln w="9525">
            <a:solidFill>
              <a:srgbClr val="D8E0EE"/>
            </a:solidFill>
          </a:ln>
        </p:spPr>
      </p:pic>
      <p:pic>
        <p:nvPicPr>
          <p:cNvPr id="6" name="Picture 5" descr="屏幕截图 2026-10-18 034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494848"/>
            <a:ext cx="10241280" cy="179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63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