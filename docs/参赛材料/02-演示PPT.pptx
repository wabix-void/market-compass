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产业应用类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通用大模型：给结论，没有数据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商情罗盘：给结论，且每个数字都能回指标层重算复现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35 / 18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端到端冒烟 + 适配器单元测试全通过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标准库，两条命令复现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53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