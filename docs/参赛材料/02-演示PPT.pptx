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产业应用类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通用大模型：给结论，没有数据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商情罗盘：给结论，且每个数字都能回指标层重算复现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7900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数据源决定口径，口径决定可信度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越权威的来源指标越硬；换源后机制不变，只是口径升级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27632"/>
          <a:ext cx="108813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108960"/>
                <a:gridCol w="3931920"/>
                <a:gridCol w="1371600"/>
              </a:tblGrid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可获取字段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指标口径 mode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18288">
                    <a:solidFill>
                      <a:srgbClr val="2F6F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官方开放平台 API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真实销量、价格、类目、库存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公开页面（≥2 天）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评价数、榜单排名、店铺类型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公开页面（仅 1 天）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公开页面（增量不可观测）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同上（评价数为缓存展示值）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review_increment_stale_stock_fallback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0.40</a:t>
                      </a:r>
                    </a:p>
                  </a:txBody>
                  <a:tcPr marL="73152" marT="18288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160520"/>
            <a:ext cx="68580" cy="18288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滚动销量 ≠ 累计销量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官方接口给的是「近 30 天销量」这类滚动值，当累计值相减会得到无意义的数。系统用 sales_semantics 标记隔离，只作规模值，不参与增量推算。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4160520"/>
            <a:ext cx="68580" cy="18288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平台之间的精度差异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淘宝 volume 返回具体数字；拼多多 sales_tip 返回「1万+」区间提示。申请凭据时优先选择返回精确值的接口。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160520"/>
            <a:ext cx="347472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4160520"/>
            <a:ext cx="68580" cy="18288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4325112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6233D"/>
                </a:solidFill>
                <a:latin typeface="微软雅黑" a:ea="微软雅黑"/>
              </a:rPr>
              <a:t>换源不改机制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6B7688"/>
                </a:solidFill>
                <a:latin typeface="微软雅黑" a:ea="微软雅黑"/>
              </a:rPr>
              <a:t>无论数据来自公开页还是官方 API，口径、置信度、证据链全部透明可追溯—— 这才是可信度的真正保障。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商品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80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苏宁公开搜索页两轮采集去重入库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20,082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两轮真实数据合计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44 / 18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端到端冒烟 + 适配器单元测试全通过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标准库，两条命令复现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「保温杯」：30 个真实商品，CR5=0.90、HHI=0.170（高度集中）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两轮采集中发现并修复的真实问题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评价数是缓存展示值，日级增量观测不到 → 新增降级口径（0.40）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同名类目在演示/真实数据中歧义 → 解析优先真实源并支持切换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返回滚动销量 → 不能当累计值相减 → 新增独立口径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80 个真实商品已入库   ·   20,082 条日指标   ·   62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